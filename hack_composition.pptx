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7"/>
    <p:restoredTop sz="94662"/>
  </p:normalViewPr>
  <p:slideViewPr>
    <p:cSldViewPr snapToGrid="0">
      <p:cViewPr>
        <p:scale>
          <a:sx n="109" d="100"/>
          <a:sy n="109" d="100"/>
        </p:scale>
        <p:origin x="-15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5ECF6-3702-86AF-8F99-02254B225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CA9B6A-2A17-48EC-6CE5-150C42C8B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F747C6-3EA3-C98D-797D-602BED8C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7D170E-5565-20D5-F5EC-230515A4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9CD49D-31E7-D19D-BBE4-A39D6E4E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56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280A7-2E4B-C8D7-D379-9249EF2F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A09EF3-A432-DC7F-E5E0-A32BEF53C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EEE48A-8854-66A5-525F-45C6375A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DD483A-EB7D-25DC-C631-3655C64E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272583-F5C0-6BE8-FEE4-365CA7E7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8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FD90C-8B08-6558-7D6B-3221BEDA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26455E-6813-E364-B7A8-8FF8EA401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C612A-C288-8946-1569-4401A395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463405-DC1D-5E59-D519-2E86A063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6AAC0C-D2A6-7A1D-8E20-9725FF2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63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5F7986-22A0-CD58-800E-018F706E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FBEE4-9E48-D0A9-080F-E2DF80D63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A2DE80-C26E-6C2D-8C32-FF776F6EC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E1F887-327F-5F16-148C-E7AE7005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34F070-9253-3EB6-E552-5D3061AA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9DF40D-A9AE-7043-305B-9DE34F3D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66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6F3629-0031-566B-E9D1-F22FD761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9FEDB6-A22B-F49E-CCB1-294DBF7EB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B7C628-F0A0-22FA-43F6-A1FF8D501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BFC13CC-6EFA-7877-B469-4F2C13EA5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9B1A95-9197-3121-9A38-B9C675287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E4E99E-7F1D-3F57-D77E-AE343487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CD6C269-9F92-54CB-541E-8D2F8D72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3B68D2-F306-7731-6220-1CF24FF6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159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CEF02C-38D1-DFD4-67DA-0CFB8655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1A170A-10A8-4B36-661A-7E9997D1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04D957-1DA6-AC3B-F186-566E25DE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9F8CA7-D6A4-CBBD-0D9F-EFFE39EC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69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F68469-1676-599F-4ECB-3FB39AC1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2B33E2A-9212-9621-B477-483DF1BF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84C364-4D22-3450-1F61-87B700E1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92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6DA502-4B93-C48A-8D09-E14ED6D0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2AB822-FCC1-DD72-0813-673463C02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230CCD-7EDD-6939-B824-5C92567FF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AC6E3B-C6D0-AAC6-98B4-E74014F3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F573C3-0EC5-1E61-D06D-EDC7EF43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FD602D-91E4-EE11-3712-EA8CE3DD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93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5A7D8-FBED-C669-7C91-41E546ED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AA4054-B81A-F7F3-9CE1-2E0988BC3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DEBCC2-F75D-E12C-5984-6C3541793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4FD8E0-CFBD-B59F-1728-335E005F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D6F4E6-0BFE-503E-8610-8D9360F5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F0303C-4947-6AD6-2407-85ECCC07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6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C2E15-AA4C-2247-616A-09161B67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8E5544-A69D-08AA-FB17-BB67722B6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5349C8-CE95-139A-5162-B823A34B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04EF82-0814-7229-3FA7-C35030FD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756642-0827-05BC-F8B8-4A50778E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01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9B9BE5-D343-0E96-5BC9-1F54980AF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9C7D7A-2681-D0C5-B4E6-F5B410B27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BD0916-119F-5307-E4EA-EFC45C21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FD1A8-9486-2723-7C16-6D8CE0D6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BECEEE-D68E-84A9-71BD-A6BC9566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14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AD222E-027C-1457-0E7B-3C167A9A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997F27-D1F5-4FE9-ED27-FE32EA33F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7AAF2C-0556-E403-64B3-E6535840D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CD4FE-98EF-FD42-8DFD-6CAE0AD38C8E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FB96D-9AF6-938E-F026-DF3DBE466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7CD32-CB4B-9084-0D66-63013ADD7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3C406-F42B-854F-9689-E8428F356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82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9E642F-998C-C7E1-4C67-D7B2E1DA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pic>
        <p:nvPicPr>
          <p:cNvPr id="9" name="図 8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6140DBF3-66EE-BFED-AE21-854C0569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47" y="1193801"/>
            <a:ext cx="2590800" cy="1943100"/>
          </a:xfrm>
          <a:prstGeom prst="rect">
            <a:avLst/>
          </a:prstGeom>
        </p:spPr>
      </p:pic>
      <p:pic>
        <p:nvPicPr>
          <p:cNvPr id="10" name="図 9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0ECDAD49-3A59-BCD6-3290-E5C9D38B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193801"/>
            <a:ext cx="2590800" cy="1943100"/>
          </a:xfrm>
          <a:prstGeom prst="rect">
            <a:avLst/>
          </a:prstGeom>
        </p:spPr>
      </p:pic>
      <p:pic>
        <p:nvPicPr>
          <p:cNvPr id="20" name="図 19" descr="図形, 四角形&#10;&#10;中程度の精度で自動的に生成された説明">
            <a:extLst>
              <a:ext uri="{FF2B5EF4-FFF2-40B4-BE49-F238E27FC236}">
                <a16:creationId xmlns:a16="http://schemas.microsoft.com/office/drawing/2014/main" id="{AECF654E-E2DA-44AB-7074-E4323ED97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279" y="4494933"/>
            <a:ext cx="1608668" cy="156296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5FCE63C-C29F-AA49-367C-741EE4CD4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100" y="4368123"/>
            <a:ext cx="1371600" cy="1689100"/>
          </a:xfrm>
          <a:prstGeom prst="rect">
            <a:avLst/>
          </a:prstGeom>
        </p:spPr>
      </p:pic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3FDA2A2-4353-31E8-C977-3B9801CAAFD0}"/>
              </a:ext>
            </a:extLst>
          </p:cNvPr>
          <p:cNvCxnSpPr/>
          <p:nvPr/>
        </p:nvCxnSpPr>
        <p:spPr>
          <a:xfrm>
            <a:off x="3348694" y="31574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9E94EDF-DCD5-F043-DF67-797E1B2AE030}"/>
              </a:ext>
            </a:extLst>
          </p:cNvPr>
          <p:cNvCxnSpPr>
            <a:cxnSpLocks/>
          </p:cNvCxnSpPr>
          <p:nvPr/>
        </p:nvCxnSpPr>
        <p:spPr>
          <a:xfrm>
            <a:off x="5038222" y="5205646"/>
            <a:ext cx="178503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62810D1-34AC-B115-8B29-8A87390991A6}"/>
              </a:ext>
            </a:extLst>
          </p:cNvPr>
          <p:cNvCxnSpPr>
            <a:cxnSpLocks/>
          </p:cNvCxnSpPr>
          <p:nvPr/>
        </p:nvCxnSpPr>
        <p:spPr>
          <a:xfrm rot="10800000">
            <a:off x="8161994" y="32209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9D02D61-1D10-11C4-2685-8A968E2C57F8}"/>
              </a:ext>
            </a:extLst>
          </p:cNvPr>
          <p:cNvSpPr txBox="1"/>
          <p:nvPr/>
        </p:nvSpPr>
        <p:spPr>
          <a:xfrm>
            <a:off x="1018377" y="1264098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Arduino</a:t>
            </a:r>
            <a:r>
              <a:rPr lang="ja-JP" altLang="en-US" sz="2000"/>
              <a:t>（送信）</a:t>
            </a:r>
            <a:endParaRPr kumimoji="1" lang="ja-JP" altLang="en-US" sz="20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96E46B-10C9-8CD6-4206-A2658345AE95}"/>
              </a:ext>
            </a:extLst>
          </p:cNvPr>
          <p:cNvSpPr txBox="1"/>
          <p:nvPr/>
        </p:nvSpPr>
        <p:spPr>
          <a:xfrm>
            <a:off x="9023483" y="1193801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Arduino</a:t>
            </a:r>
            <a:r>
              <a:rPr kumimoji="1" lang="ja-JP" altLang="en-US" sz="2000"/>
              <a:t>（受信）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0B7A611-8912-AB16-CC1C-EE4272B590E1}"/>
              </a:ext>
            </a:extLst>
          </p:cNvPr>
          <p:cNvSpPr txBox="1"/>
          <p:nvPr/>
        </p:nvSpPr>
        <p:spPr>
          <a:xfrm>
            <a:off x="9023483" y="55032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マイク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7A52B86-D98A-7630-D2EA-04AB84791559}"/>
              </a:ext>
            </a:extLst>
          </p:cNvPr>
          <p:cNvSpPr txBox="1"/>
          <p:nvPr/>
        </p:nvSpPr>
        <p:spPr>
          <a:xfrm>
            <a:off x="1368451" y="55032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スピーカー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B20650-74D9-CA93-FC68-DAAE423375C0}"/>
              </a:ext>
            </a:extLst>
          </p:cNvPr>
          <p:cNvSpPr txBox="1"/>
          <p:nvPr/>
        </p:nvSpPr>
        <p:spPr>
          <a:xfrm>
            <a:off x="1374346" y="3317845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r>
              <a:rPr lang="ja-JP" altLang="en-US"/>
              <a:t>進数の数列を</a:t>
            </a:r>
            <a:endParaRPr lang="en-US" altLang="ja-JP" dirty="0"/>
          </a:p>
          <a:p>
            <a:r>
              <a:rPr kumimoji="1" lang="ja-JP" altLang="en-US"/>
              <a:t>音に変換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2722AA8-1395-1FBC-E44F-D538E2715137}"/>
              </a:ext>
            </a:extLst>
          </p:cNvPr>
          <p:cNvSpPr txBox="1"/>
          <p:nvPr/>
        </p:nvSpPr>
        <p:spPr>
          <a:xfrm>
            <a:off x="4684247" y="536472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各シンボルに対応した</a:t>
            </a:r>
            <a:endParaRPr kumimoji="1" lang="en-US" altLang="ja-JP" dirty="0"/>
          </a:p>
          <a:p>
            <a:r>
              <a:rPr kumimoji="1" lang="ja-JP" altLang="en-US"/>
              <a:t>周波数の音を出力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1F939B0-21FB-097E-DF0D-9092C4D538B1}"/>
              </a:ext>
            </a:extLst>
          </p:cNvPr>
          <p:cNvSpPr txBox="1"/>
          <p:nvPr/>
        </p:nvSpPr>
        <p:spPr>
          <a:xfrm>
            <a:off x="8902700" y="3429000"/>
            <a:ext cx="1933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周波数から</a:t>
            </a:r>
            <a:endParaRPr kumimoji="1" lang="en-US" altLang="ja-JP" dirty="0"/>
          </a:p>
          <a:p>
            <a:r>
              <a:rPr kumimoji="1" lang="en-US" altLang="ja-JP" dirty="0"/>
              <a:t>4</a:t>
            </a:r>
            <a:r>
              <a:rPr kumimoji="1" lang="ja-JP" altLang="en-US"/>
              <a:t>進数数列に変換</a:t>
            </a:r>
          </a:p>
        </p:txBody>
      </p:sp>
    </p:spTree>
    <p:extLst>
      <p:ext uri="{BB962C8B-B14F-4D97-AF65-F5344CB8AC3E}">
        <p14:creationId xmlns:p14="http://schemas.microsoft.com/office/powerpoint/2010/main" val="222959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2CFDCC55-0944-72D6-114D-2898C4ADD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30" y="288103"/>
            <a:ext cx="2803409" cy="210255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063B56F-7ADC-7C51-CE76-1D0C22E9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0" y="3707282"/>
            <a:ext cx="878019" cy="1608253"/>
          </a:xfrm>
          <a:prstGeom prst="rect">
            <a:avLst/>
          </a:prstGeom>
        </p:spPr>
      </p:pic>
      <p:pic>
        <p:nvPicPr>
          <p:cNvPr id="14" name="図 13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E79CA363-1B9C-77F0-514D-7333CF921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63" y="288102"/>
            <a:ext cx="2803409" cy="210255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8D0ACCA-ACD9-3546-4994-487C1C0D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89" y="3707282"/>
            <a:ext cx="878019" cy="160825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B80488C-E1AE-935E-D486-F1943751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108" y="3707282"/>
            <a:ext cx="878019" cy="160825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F330DE2-CC24-E634-48DC-FE78A1BA2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01" y="3707281"/>
            <a:ext cx="878019" cy="1608253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63085E1-F236-B9A3-B976-1C98CCCF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29" y="3707281"/>
            <a:ext cx="878019" cy="1608253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D31FB83-B025-2989-A41E-0D4EEC501D3F}"/>
              </a:ext>
            </a:extLst>
          </p:cNvPr>
          <p:cNvSpPr txBox="1"/>
          <p:nvPr/>
        </p:nvSpPr>
        <p:spPr>
          <a:xfrm>
            <a:off x="3111797" y="5596568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LED</a:t>
            </a:r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3681FCC-E1AB-A1A8-C494-E41D655A4C53}"/>
              </a:ext>
            </a:extLst>
          </p:cNvPr>
          <p:cNvSpPr txBox="1"/>
          <p:nvPr/>
        </p:nvSpPr>
        <p:spPr>
          <a:xfrm>
            <a:off x="8300733" y="55965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照度センサ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4C265FA-A6E9-3470-B7A4-A4CA6010DA69}"/>
              </a:ext>
            </a:extLst>
          </p:cNvPr>
          <p:cNvCxnSpPr>
            <a:cxnSpLocks/>
          </p:cNvCxnSpPr>
          <p:nvPr/>
        </p:nvCxnSpPr>
        <p:spPr>
          <a:xfrm>
            <a:off x="3558448" y="2390659"/>
            <a:ext cx="0" cy="1156772"/>
          </a:xfrm>
          <a:prstGeom prst="straightConnector1">
            <a:avLst/>
          </a:prstGeom>
          <a:ln w="508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74DB4C8-337D-C1D9-6948-B7CD1B4D354F}"/>
              </a:ext>
            </a:extLst>
          </p:cNvPr>
          <p:cNvSpPr txBox="1"/>
          <p:nvPr/>
        </p:nvSpPr>
        <p:spPr>
          <a:xfrm>
            <a:off x="1211855" y="638978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Arduino</a:t>
            </a:r>
            <a:r>
              <a:rPr lang="ja-JP" altLang="en-US"/>
              <a:t>（送信）</a:t>
            </a:r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FA7B19C-5BED-C6AC-71DC-2AB98AA0C875}"/>
              </a:ext>
            </a:extLst>
          </p:cNvPr>
          <p:cNvSpPr txBox="1"/>
          <p:nvPr/>
        </p:nvSpPr>
        <p:spPr>
          <a:xfrm>
            <a:off x="9594043" y="522768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Arduino</a:t>
            </a:r>
            <a:r>
              <a:rPr lang="ja-JP" altLang="en-US"/>
              <a:t>（受信）</a:t>
            </a:r>
            <a:endParaRPr kumimoji="1" lang="ja-JP" altLang="en-US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EA20C39F-A5D9-EB29-7C2C-5021271B5B32}"/>
              </a:ext>
            </a:extLst>
          </p:cNvPr>
          <p:cNvCxnSpPr>
            <a:cxnSpLocks/>
          </p:cNvCxnSpPr>
          <p:nvPr/>
        </p:nvCxnSpPr>
        <p:spPr>
          <a:xfrm>
            <a:off x="5381525" y="4423271"/>
            <a:ext cx="1184213" cy="0"/>
          </a:xfrm>
          <a:prstGeom prst="straightConnector1">
            <a:avLst/>
          </a:prstGeom>
          <a:ln w="508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5B969F8-A9FD-5D7F-004B-76EFD028B9CE}"/>
              </a:ext>
            </a:extLst>
          </p:cNvPr>
          <p:cNvCxnSpPr>
            <a:cxnSpLocks/>
          </p:cNvCxnSpPr>
          <p:nvPr/>
        </p:nvCxnSpPr>
        <p:spPr>
          <a:xfrm>
            <a:off x="7711807" y="2423710"/>
            <a:ext cx="0" cy="1156772"/>
          </a:xfrm>
          <a:prstGeom prst="straightConnector1">
            <a:avLst/>
          </a:prstGeom>
          <a:ln w="508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3680635-88CE-1B06-D29E-329526951342}"/>
              </a:ext>
            </a:extLst>
          </p:cNvPr>
          <p:cNvSpPr txBox="1"/>
          <p:nvPr/>
        </p:nvSpPr>
        <p:spPr>
          <a:xfrm>
            <a:off x="887907" y="2625225"/>
            <a:ext cx="2611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/>
              <a:t>進数に対応して</a:t>
            </a:r>
            <a:r>
              <a:rPr kumimoji="1" lang="en-US" altLang="ja-JP" dirty="0"/>
              <a:t>LED</a:t>
            </a:r>
            <a:r>
              <a:rPr lang="ja-JP" altLang="en-US"/>
              <a:t>を</a:t>
            </a:r>
            <a:endParaRPr lang="en-US" altLang="ja-JP" dirty="0"/>
          </a:p>
          <a:p>
            <a:r>
              <a:rPr kumimoji="1" lang="ja-JP" altLang="en-US"/>
              <a:t>光らせる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01ECFB1-1B41-36C1-CC66-431BCD23CA47}"/>
              </a:ext>
            </a:extLst>
          </p:cNvPr>
          <p:cNvSpPr txBox="1"/>
          <p:nvPr/>
        </p:nvSpPr>
        <p:spPr>
          <a:xfrm>
            <a:off x="4969730" y="3293881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</a:t>
            </a:r>
            <a:r>
              <a:rPr kumimoji="1" lang="en-US" altLang="ja-JP" dirty="0"/>
              <a:t>LED</a:t>
            </a:r>
            <a:r>
              <a:rPr kumimoji="1" lang="ja-JP" altLang="en-US"/>
              <a:t>の発光を検知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4615DB0-DBE9-5C1B-0E9D-D6B10F7C232A}"/>
              </a:ext>
            </a:extLst>
          </p:cNvPr>
          <p:cNvSpPr txBox="1"/>
          <p:nvPr/>
        </p:nvSpPr>
        <p:spPr>
          <a:xfrm>
            <a:off x="8272438" y="281743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受信した</a:t>
            </a:r>
            <a:r>
              <a:rPr kumimoji="1" lang="en-US" altLang="ja-JP" dirty="0"/>
              <a:t>4</a:t>
            </a:r>
            <a:r>
              <a:rPr kumimoji="1" lang="ja-JP" altLang="en-US"/>
              <a:t>進数を配列に格納</a:t>
            </a:r>
          </a:p>
        </p:txBody>
      </p:sp>
      <p:pic>
        <p:nvPicPr>
          <p:cNvPr id="52" name="図 51" descr="光 が含まれている画像&#10;&#10;自動的に生成された説明">
            <a:extLst>
              <a:ext uri="{FF2B5EF4-FFF2-40B4-BE49-F238E27FC236}">
                <a16:creationId xmlns:a16="http://schemas.microsoft.com/office/drawing/2014/main" id="{B882D30E-A597-FAAC-2D82-A96A65D06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210" y="3807399"/>
            <a:ext cx="878018" cy="1518069"/>
          </a:xfrm>
          <a:prstGeom prst="rect">
            <a:avLst/>
          </a:prstGeom>
        </p:spPr>
      </p:pic>
      <p:pic>
        <p:nvPicPr>
          <p:cNvPr id="53" name="図 52" descr="光 が含まれている画像&#10;&#10;自動的に生成された説明">
            <a:extLst>
              <a:ext uri="{FF2B5EF4-FFF2-40B4-BE49-F238E27FC236}">
                <a16:creationId xmlns:a16="http://schemas.microsoft.com/office/drawing/2014/main" id="{569E92C6-357A-9A2B-CA21-2BA58A2CB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933" y="3807399"/>
            <a:ext cx="878018" cy="1518069"/>
          </a:xfrm>
          <a:prstGeom prst="rect">
            <a:avLst/>
          </a:prstGeom>
        </p:spPr>
      </p:pic>
      <p:pic>
        <p:nvPicPr>
          <p:cNvPr id="54" name="図 53" descr="光 が含まれている画像&#10;&#10;自動的に生成された説明">
            <a:extLst>
              <a:ext uri="{FF2B5EF4-FFF2-40B4-BE49-F238E27FC236}">
                <a16:creationId xmlns:a16="http://schemas.microsoft.com/office/drawing/2014/main" id="{75AF5869-C2A9-7AA7-C7A7-E925B0F80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103" y="3807399"/>
            <a:ext cx="878018" cy="1518069"/>
          </a:xfrm>
          <a:prstGeom prst="rect">
            <a:avLst/>
          </a:prstGeom>
        </p:spPr>
      </p:pic>
      <p:pic>
        <p:nvPicPr>
          <p:cNvPr id="55" name="図 54" descr="光 が含まれている画像&#10;&#10;自動的に生成された説明">
            <a:extLst>
              <a:ext uri="{FF2B5EF4-FFF2-40B4-BE49-F238E27FC236}">
                <a16:creationId xmlns:a16="http://schemas.microsoft.com/office/drawing/2014/main" id="{782A8004-D636-C0EE-3D09-D5435260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333" y="3807399"/>
            <a:ext cx="878018" cy="1518069"/>
          </a:xfrm>
          <a:prstGeom prst="rect">
            <a:avLst/>
          </a:prstGeom>
        </p:spPr>
      </p:pic>
      <p:pic>
        <p:nvPicPr>
          <p:cNvPr id="56" name="図 55" descr="光 が含まれている画像&#10;&#10;自動的に生成された説明">
            <a:extLst>
              <a:ext uri="{FF2B5EF4-FFF2-40B4-BE49-F238E27FC236}">
                <a16:creationId xmlns:a16="http://schemas.microsoft.com/office/drawing/2014/main" id="{A1AD48E8-6B4C-6D72-E9E8-E74DEE48C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564" y="3807399"/>
            <a:ext cx="878018" cy="15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4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68</Words>
  <Application>Microsoft Macintosh PowerPoint</Application>
  <PresentationFormat>ワイド画面</PresentationFormat>
  <Paragraphs>19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丈 久峩</dc:creator>
  <cp:lastModifiedBy>丈 久峩</cp:lastModifiedBy>
  <cp:revision>3</cp:revision>
  <dcterms:created xsi:type="dcterms:W3CDTF">2025-07-01T02:15:04Z</dcterms:created>
  <dcterms:modified xsi:type="dcterms:W3CDTF">2025-07-01T13:16:43Z</dcterms:modified>
</cp:coreProperties>
</file>